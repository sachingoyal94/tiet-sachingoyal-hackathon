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74520"/>
            <a:ext cx="2011680" cy="0"/>
          </a:xfrm>
          <a:prstGeom prst="line">
            <a:avLst/>
          </a:prstGeom>
          <a:noFill/>
          <a:ln w="381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Risk Intelligence Platform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457200" y="3429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signals from news and social media, driving tactical index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rebalancing and regulator-grade portfolio stress testing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S&amp;P Global &amp; Crisil Campus Hackathon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Sachin Goyal  ·  Thapar Institute of Engineering and Technology, Patiala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Docker command  ·  zero API keys  ·  every number measured on real data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surfaces as text first. Humans read it. Machines should too.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Market-moving information appears first as unstructured text: a downgrade headline, a sanctions story, an angry tweet.</a:t>
            </a:r>
            <a:endParaRPr lang="en-US" sz="14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read it and decide what it means - slowly, subjectively, and only during market hours.</a:t>
            </a:r>
            <a:endParaRPr lang="en-US" sz="14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case study: build an AI/NLP engine that turns news and social text into machine-readable risk signals (sentiment, event type, impact), then prove it by acting on them.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434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7548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models where they win: FinancialBERT for calibrated sentiment, a small LLM for per-entity understanding.</a:t>
            </a:r>
            <a:endParaRPr lang="en-US" sz="14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 everything: 15 years of real news scored against real market moves.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44068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ENGINE OUTPUTS PER HEADLINE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9400" y="22128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5256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 to +1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241401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FinancialBERT, 96.7% held-out accuracy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29400" y="31729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class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5256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labels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337413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LLM-led hybrid; survives informal text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413308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4023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4023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to 10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43342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on 19,872 real events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29400" y="5120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"russia nuked ukraine"  -&gt;  { sentiment: -0.49,  event: Geopolitical,  impact: 8.0 }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analyzer, adversarially tested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engine, three layers, two downstream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GDELT live news (15 min, keyless)  ·  91k FNSPID headlines (2009-23)  ·  10.5k real tweets  ·  synthetic fallback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0048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matcher (aliases + cashtags)  -&gt;  FinancialBERT sentiment [-1,1]  -&gt;  per-entity LLM layer (Qwen3-4B JSON)  -&gt;  event classifier  -&gt;  impact = severity x conviction x corroboration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77056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867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&amp; DECISIONS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435254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24h event clusters with corroboration  -&gt;  Module A: vol-adjusted index tilt  ·  Module B: scenario stress + CET1 flow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5230368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394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 AS ONE PROCESS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7607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(14 endpoints, SQLite WAL) serves both the REST API and the React dashboard on one port.  47 tests green  ·  CI on every push  ·  resumable data pipelines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HIGHLIGHTS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Choices we can defend, and the evidence behind each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 for bulk sentiment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96.7%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0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accuracy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Bake-off of 6 models on an identical held-out split: 96.7% vs 89.4% for base FinBERT. 110M params, 30ms on CPU - runs on the jury's laptop.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for per-entity reading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49840" y="15727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72.4%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29800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59.8% shared-score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240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headline can be positive for Apple, negative for Amazon. Qwen3-4B outputs per-entity JSON; human ceiling on this task is ~69%.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1422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calibrated on real data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34840" y="40873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19,872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114800" y="46360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calibrated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7548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overruled our priors: firm-specific news (credit, launches) moves names more than generic geopolitics. Formula stays explainable.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9776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1422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Regulator-grade stress testing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49840" y="40873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2,081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829800" y="46360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bps COVID depletion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47548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DFAST/EBA scenarios + 5 historical replays (COVID, 2022, SVB), S&amp;P-style rating migration, Vasicek PD, CET1 depletion and reverse stress.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measured on real data - 15 years of news vs real market moves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Sentiment accuracy (held-out labeled split)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96.7%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bake-off of 6 models; base FinBERT 89.4%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Directional hit rate on strong signals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56.2%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strong-signal events; literature bar 53-55%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Credit-event market reaction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+24.9 bps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 = 2.96, significant at 1%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Impact score vs realized |moves|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IC +0.098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calibrated severity + VIX regime; 19,872 events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Per-entity sentiment vs shared score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72.4% vs 59.8%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SEntFiN human-labeled benchmark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Rebalancer vs cap-weight (2022 bear, net of costs)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+0.9 pts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look-ahead-free walk-forward, 352 days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Vol-targeted variant (20% vol target)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-10.4%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vs -22.7% benchmark; realized vol 20.7%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554480"/>
            <a:ext cx="3611880" cy="4754880"/>
          </a:xfrm>
          <a:prstGeom prst="roundRect">
            <a:avLst>
              <a:gd name="adj" fmla="val 1519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EVIDENCE MATTERS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28600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synthetic data in this table: 78k real articles + 10.5k real tweets with real timestamps, scored against real prices.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 rate at/above the 53-55% bar the literature considers meaningful for daily news signals.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report the losing configurations too (turnover regime study) - measured, not marketed.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Loan-book credit parameters calibrated from 1.35M real Lending Club loans.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workflow pattern risk teams already trust - compressed from weeks to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73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News-to-signal automation mirrors what S&amp;P Global Market Intelligence and RavenPack sell: entity-level, calibrated, with novelty and corroboration. Ours is open and explainable.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1089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735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testing follows the supervisory playbook (CCAR/DFAST, EBA/ICAAP): named scenarios, rating migration, Vasicek PD, CET1 depletion - the vocabulary of ICAAP submissions.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737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CAPITAL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52578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headline output is a CET1 depletion number in basis points with reverse stress: what would it take to breach the buffer. That is board-level language.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the wholesale-banking and ratings domain: credit terminology exact, transition matrices from S&amp;P's published study, scenarios from the Fed and EBA.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LIMITATIONS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would build with more time - and what we would measure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LIMITATIONS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4892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Shock calibration is illustrative, not supervisory-grade in magnitude fitting.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clustering is rule-based (entity + type + 24h); embedding similarity would deduplicate better.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IC of 0.065 is modest by design: daily-horizon news signals live in the 0.5-2% R2 zone.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rebalancer trailed equal-weight in 2022; it beats its own benchmark, not every factor.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463040"/>
            <a:ext cx="544068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691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29400" y="2011680"/>
            <a:ext cx="4892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Intraday event windows with per-minute price data for tighter impact measurement.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 the event classifier on a labeled corpus (accuracy currently unmeasured - the one honest gap).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Embedding-based deduplication and novelty scoring for event clustering.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architecture (Kafka + point-in-time store) behind the same repository interfaces.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the universe beyond 14 names and add Indian markets (Crisil coverage).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code, evidence artifacts and measurement scripts: public repository, MIT licensed.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Risk Intelligence Platform</dc:title>
  <dc:subject>PptxGenJS Presentation</dc:subject>
  <dc:creator>Sachin Goyal</dc:creator>
  <cp:lastModifiedBy>Sachin Goyal</cp:lastModifiedBy>
  <cp:revision>1</cp:revision>
  <dcterms:created xsi:type="dcterms:W3CDTF">2026-10-05T22:28:24Z</dcterms:created>
  <dcterms:modified xsi:type="dcterms:W3CDTF">2026-10-05T22:28:24Z</dcterms:modified>
</cp:coreProperties>
</file>