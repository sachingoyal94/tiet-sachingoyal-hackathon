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docs/deck_build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2024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343400" y="2148840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Risk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Platform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370832" y="41605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signals from news and social media, driving tactical index rebalancing and regulator-grade portfolio stress testing.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_build/assets/hero_be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19672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12984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Approach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02920" y="1874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215798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Market-moving information exists in unstructured formats. Human interpretation is: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2468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Slow: lagging behind real-time market movements</a:t>
            </a:r>
            <a:endParaRPr lang="en-US" sz="11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Subjective: vulnerable to individual bias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Limited: restricted by human operating hours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3913632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models: FinancialBERT for calibrated sentiment, a small LLM for per-entity understanding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Backtesting: benchmarked against 15 years of real news data and market reactions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02920" y="50292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Outputs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5330952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Sentiment: scaled -1 to 1 (96.7% accuracy)</a:t>
            </a:r>
            <a:endParaRPr lang="en-US" sz="11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class: categorized across 6 primary labels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score: calibrated 1-10 based on 19,872 historical events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Design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engine, three layers, and two downstream decision-making modules</a:t>
            </a:r>
            <a:endParaRPr lang="en-US" sz="1500" dirty="0"/>
          </a:p>
        </p:txBody>
      </p:sp>
      <p:pic>
        <p:nvPicPr>
          <p:cNvPr id="4" name="Image 0" descr="docs/deck_build/assets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8920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88366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8308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 Layer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121408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Aggregates data from GDELT (15m live news), 91k FNSPID headlines, and 10.5k tweets.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2990088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2889504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Engine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227832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Executes a pipeline involving entity matching, FinancialBERT sentiment analysis, Qwen3-4B LLM processing, event classification, and impact calculation.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30682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2062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&amp; Decisions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54456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Performs 24h event clustering to feed into volatility-adjusted index tilting and scenario stress/CET1 flow modules.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623560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522976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Serving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861304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backbone supporting 14 endpoints and a React dashboard with 47 verified tests.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Choices we can defend, and the evidence behind each.</a:t>
            </a:r>
            <a:endParaRPr lang="en-US" sz="1500" dirty="0"/>
          </a:p>
        </p:txBody>
      </p:sp>
      <p:pic>
        <p:nvPicPr>
          <p:cNvPr id="4" name="Image 0" descr="docs/deck_build/assets/dashboard_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8920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83794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3736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 for bulk sentiment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075688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Achieved 96.7% accuracy on held-out data with 30ms latency on CPU.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3017520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2916936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for per-entity reading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255264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Outperformed the shared-score baseline: 72.4% vs 59.8% on SEntFiN human labels.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197096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096512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calibrated on real data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434840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against 19,872 events, showing firm-specific news drives higher alpha.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376672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276088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Regulator-grade stress testing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614416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Compliant with DFAST/EBA standards, featuring 2,081 bps COVID depletion modeling.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6309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methodology ensures robust, data-backed performance compliant with industry stress-testing standards.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RESULTS: 15 Years of Empirical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 Sentiment vs. Market Reality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 Accuracy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FinancialBERT; bake-off of 6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Directional Hit Rate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8444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56.2%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58444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vs. 53-55% benchmark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Credit-Event Reaction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1908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+24.9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1908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bps CAR; t = 2.96, significant at 1%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5256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Score (IC)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5372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+0.098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25372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severity + VIX regime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Alpha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" y="420624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+0.9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749808" y="521208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pts vs. cap-weight, net of costs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8444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Management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84448" y="420624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-10.4%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3584448" y="521208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vol-targeted variant at 20.7% vol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1908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Integrity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19088" y="4297680"/>
            <a:ext cx="2295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Derived from 78k+ articles and 10.5k tweets; no synthetic data used.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5256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372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Precision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53728" y="4297680"/>
            <a:ext cx="2295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 parameters stress-tested against 1.35M real Lending Club loan records.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309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reflect actual market history, not theoretical marketing projections.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Impact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Transforming Workflow Efficiency and Regulatory Compliance</a:t>
            </a:r>
            <a:endParaRPr lang="en-US" sz="1500" dirty="0"/>
          </a:p>
        </p:txBody>
      </p:sp>
      <p:pic>
        <p:nvPicPr>
          <p:cNvPr id="4" name="Image 0" descr="docs/deck_build/assets/stress_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8920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88366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8308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Efficiency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12140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Compresses industry-trusted risk patterns from weeks of manual effort into seconds of automated processing.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316382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30632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&amp; Signaling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40156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Automates news-to-signal extraction by combining industry-standard intelligence with real-time novelty and corroboration.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44398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34340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Regulatory Alignment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68172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Mirrors supervisory playbooks like CCAR/DFAST and EBA/ICAAP using transition matrices and Vasicek PD modeling.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72414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62356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Capital Output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96188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Delivers actionable CET1 depletion figures in basis points, purpose-built for wholesale banking and ratings analysis.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Limitations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Assessing performance gaps and future development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Limitations</a:t>
            </a:r>
            <a:endParaRPr lang="en-US" sz="1550" dirty="0"/>
          </a:p>
        </p:txBody>
      </p:sp>
      <p:pic>
        <p:nvPicPr>
          <p:cNvPr id="5" name="Image 0" descr="docs/deck_build/assets/lim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8840"/>
            <a:ext cx="2697480" cy="269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system issues include illustrative shock calibration, rule-based logic limitations, a modest 0.065 impact IC, and trailing performance against equal-weight benchmarks in 2022.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38328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Advancements</a:t>
            </a:r>
            <a:endParaRPr lang="en-US" sz="1550" dirty="0"/>
          </a:p>
        </p:txBody>
      </p:sp>
      <p:pic>
        <p:nvPicPr>
          <p:cNvPr id="8" name="Image 1" descr="docs/deck_build/assets/lim_road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148840"/>
            <a:ext cx="2697480" cy="269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upgrades include intraday event windows, fine-tuned event classifiers, embedding-based deduplication, and a transition to Kafka-based streaming architecture.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21792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Expansion</a:t>
            </a:r>
            <a:endParaRPr lang="en-US" sz="1550" dirty="0"/>
          </a:p>
        </p:txBody>
      </p:sp>
      <p:pic>
        <p:nvPicPr>
          <p:cNvPr id="11" name="Image 2" descr="docs/deck_build/assets/lim_ind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2697480" cy="2697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1792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coverage from the current 14 names to broader Indian markets, specifically targeting Crisil indices.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905256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Transparency</a:t>
            </a:r>
            <a:endParaRPr lang="en-US" sz="1550" dirty="0"/>
          </a:p>
        </p:txBody>
      </p:sp>
      <p:pic>
        <p:nvPicPr>
          <p:cNvPr id="14" name="Image 3" descr="docs/deck_build/assets/lim_re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148840"/>
            <a:ext cx="2697480" cy="2697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5256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code, evidence artifacts, and measurement scripts are accessible via our public repository under an MIT license.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Risk Intelligence Platform</dc:title>
  <dc:subject>PptxGenJS Presentation</dc:subject>
  <dc:creator>Sachin Goyal</dc:creator>
  <cp:lastModifiedBy>Sachin Goyal</cp:lastModifiedBy>
  <cp:revision>1</cp:revision>
  <dcterms:created xsi:type="dcterms:W3CDTF">2026-10-06T18:39:15Z</dcterms:created>
  <dcterms:modified xsi:type="dcterms:W3CDTF">2026-10-06T18:39:15Z</dcterms:modified>
</cp:coreProperties>
</file>