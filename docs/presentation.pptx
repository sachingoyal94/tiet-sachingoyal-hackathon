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874520"/>
            <a:ext cx="2011680" cy="0"/>
          </a:xfrm>
          <a:prstGeom prst="line">
            <a:avLst/>
          </a:prstGeom>
          <a:noFill/>
          <a:ln w="38100">
            <a:solidFill>
              <a:srgbClr val="2DD4B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057400"/>
            <a:ext cx="1127455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7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Risk Intelligence Platform</a:t>
            </a:r>
            <a:endParaRPr lang="en-US" sz="4700" dirty="0"/>
          </a:p>
        </p:txBody>
      </p:sp>
      <p:sp>
        <p:nvSpPr>
          <p:cNvPr id="4" name="Text 2"/>
          <p:cNvSpPr/>
          <p:nvPr/>
        </p:nvSpPr>
        <p:spPr>
          <a:xfrm>
            <a:off x="457200" y="342900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signals from news and social media, driving tactical index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rebalancing and regulator-grade portfolio stress testing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457200" y="53949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S&amp;P Global &amp; Crisil Campus Hackathon 2026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Sachin Goyal  ·  Thapar Institute of Engineering and Technology, Patiala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62636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single Docker command  ·  zero API keys  ·  every number measured on real data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APPROACH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 surfaces as text first. Humans read it. Machines should too.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965960"/>
            <a:ext cx="4892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Market-moving information appears first as unstructured text: a downgrade headline, a sanctions story, an angry tweet.</a:t>
            </a:r>
            <a:endParaRPr lang="en-US" sz="14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read it and decide what it means - slowly, subjectively, and only during market hours.</a:t>
            </a:r>
            <a:endParaRPr lang="en-US" sz="14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case study: build an AI/NLP engine that turns news and social text into machine-readable risk signals (sentiment, event type, impact), then prove it by acting on them.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44348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APPROACH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4754880"/>
            <a:ext cx="4892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models where they win: FinBERT for calibrated sentiment, a small LLM for per-entity understanding.</a:t>
            </a:r>
            <a:endParaRPr lang="en-US" sz="1400" dirty="0"/>
          </a:p>
          <a:p>
            <a:pPr marL="127000" indent="-1270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Measure everything: 15 years of real news scored against real market moves.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09360" y="1417320"/>
            <a:ext cx="544068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164592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ENGINE OUTPUTS PER HEADLINE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629400" y="221284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21031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Sentiment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9052560" y="21031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 to +1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241401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FinBERT, 89.4% held-out accuracy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629400" y="317296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16" name="Text 14"/>
          <p:cNvSpPr/>
          <p:nvPr/>
        </p:nvSpPr>
        <p:spPr>
          <a:xfrm>
            <a:off x="690372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class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05256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labels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337413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LLM-led hybrid; survives informal text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629400" y="4133088"/>
            <a:ext cx="146304" cy="146304"/>
          </a:xfrm>
          <a:prstGeom prst="ellipse">
            <a:avLst/>
          </a:prstGeom>
          <a:solidFill>
            <a:srgbClr val="2DD4BF"/>
          </a:solidFill>
          <a:ln/>
        </p:spPr>
      </p:sp>
      <p:sp>
        <p:nvSpPr>
          <p:cNvPr id="20" name="Text 18"/>
          <p:cNvSpPr/>
          <p:nvPr/>
        </p:nvSpPr>
        <p:spPr>
          <a:xfrm>
            <a:off x="6903720" y="40233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9052560" y="40233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to 10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433425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calibrated on 19,872 real events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629400" y="51206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E2E8F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"russia nuked ukraine"  -&gt;  { sentiment: -0.49,  event: Geopolitical,  impact: 8.0 }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629400" y="56235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analyzer, adversarially tested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DESIGN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engine, three layers, two downstream decisions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1274552" cy="1024128"/>
          </a:xfrm>
          <a:prstGeom prst="roundRect">
            <a:avLst>
              <a:gd name="adj" fmla="val 5357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572768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INGESTION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77240" y="193852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GDELT live news (15 min, keyless)  ·  91k FNSPID headlines (2009-23)  ·  10.5k real tweets  ·  synthetic fallback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2670048"/>
            <a:ext cx="11274552" cy="1024128"/>
          </a:xfrm>
          <a:prstGeom prst="roundRect">
            <a:avLst>
              <a:gd name="adj" fmla="val 5357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779776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AI/NLP RISK ENGINE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entity matcher (aliases + cashtags)  -&gt;  FinBERT sentiment [-1,1]  -&gt;  per-entity LLM layer (Qwen3-4B JSON)  -&gt;  event classifier  -&gt;  impact = severity x conviction x corroboration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3877056"/>
            <a:ext cx="11274552" cy="1024128"/>
          </a:xfrm>
          <a:prstGeom prst="roundRect">
            <a:avLst>
              <a:gd name="adj" fmla="val 5357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986784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&amp; DECISIONS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77240" y="435254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24h event clusters with corroboration  -&gt;  Module A: vol-adjusted index tilt  ·  Module B: scenario stress + CET1 flow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5230368"/>
            <a:ext cx="11274552" cy="1188720"/>
          </a:xfrm>
          <a:prstGeom prst="roundRect">
            <a:avLst>
              <a:gd name="adj" fmla="val 4615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539496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SERVED AS ONE PROCESS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77240" y="576072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FastAPI (14 endpoints, SQLite WAL) serves both the REST API and the React dashboard on one port.  46 tests green  ·  CI on every push  ·  resumable data pipelines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IMPLEMENTATION HIGHLIGHTS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Choices we can defend, and the evidence behind each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FinBERT for bulk sentiment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434840" y="15727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89.4%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114800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held-out accuracy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240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Best of 5 benchmarked models on the held-out split (89.4% vs 88.6-76.9%). 110M params, 30ms on CPU - runs on the jury's laptop.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72200" y="14630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46520" y="16276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LLM for per-entity reading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49840" y="15727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72.4%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9829800" y="21214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vs 59.8% shared-score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46520" y="22402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headline can be positive for Apple, negative for Amazon. Qwen3-4B outputs per-entity JSON; human ceiling on this task is ~69%.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41422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calibrated on real data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434840" y="40873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19,872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4114800" y="46360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events calibrated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31520" y="47548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data overruled our priors: firm-specific news (credit, launches) moves names more than generic geopolitics. Formula stays explainable.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172200" y="3977640"/>
            <a:ext cx="5532120" cy="2331720"/>
          </a:xfrm>
          <a:prstGeom prst="roundRect">
            <a:avLst>
              <a:gd name="adj" fmla="val 2353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46520" y="4142232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Regulator-grade stress testing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149840" y="4087368"/>
            <a:ext cx="1463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2,081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9829800" y="463600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bps COVID depletion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46520" y="4754880"/>
            <a:ext cx="49834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DFAST/EBA scenarios + 5 historical replays (COVID, 2022, SVB), S&amp;P-style rating migration, Vasicek PD, CET1 depletion and reverse stress.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RESULTS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number measured on real data - 15 years of news vs real market moves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740664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1463040"/>
                <a:gridCol w="1920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Sentiment accuracy (held-out labeled split)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89.4%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best of 5 benchmarked models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Directional hit rate on strong signals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55.6%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3,605 events; literature bar 53-55%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Credit-event market reaction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+25.2 bps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 = 3.01, significant at 1%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Impact score vs realized |moves|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IC +0.066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19,872 real events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Per-entity sentiment vs shared score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72.4% vs 59.8%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SEntFiN human-labeled benchmark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E2E8F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Rebalancer vs cap-weight (2022 bear, net)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500" b="1" dirty="0">
                          <a:solidFill>
                            <a:srgbClr val="2DD4B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+4.8 pts</a:t>
                      </a:r>
                      <a:endParaRPr lang="en-US" sz="15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94A3B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510-day walk-forward, 10bps costs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B2C4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1829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8138160" y="1554480"/>
            <a:ext cx="3611880" cy="4754880"/>
          </a:xfrm>
          <a:prstGeom prst="roundRect">
            <a:avLst>
              <a:gd name="adj" fmla="val 1519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8412480" y="17830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THIS EVIDENCE MATTERS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412480" y="228600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synthetic data in this table: 78k real articles + 10.5k real tweets with real timestamps, scored against real prices.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Hit rate at/above the 53-55% bar the literature considers meaningful for daily news signals.</a:t>
            </a:r>
            <a:endParaRPr lang="en-US" sz="12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report the losing configurations too (turnover study) - measured, not marketed.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DOMAIN IMPACT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same workflow pattern risk teams already trust - compressed from weeks to seconds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733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SIGNAL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News-to-signal automation mirrors what S&amp;P Global Market Intelligence and RavenPack sell: entity-level, calibrated, with novelty and corroboration. Ours is open and explainable.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3108960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2735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SCENARIO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36576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Stress testing follows the supervisory playbook (CCAR/DFAST, EBA/ICAAP): named scenarios, rating migration, Vasicek PD, CET1 depletion - the vocabulary of ICAAP submissions.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4709160"/>
            <a:ext cx="11274552" cy="1417320"/>
          </a:xfrm>
          <a:prstGeom prst="roundRect">
            <a:avLst>
              <a:gd name="adj" fmla="val 3871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8737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CAPITAL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77240" y="5257800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headline output is a CET1 depletion number in basis points with reverse stress: what would it take to breach the buffer. That is board-level language.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Built for the wholesale-banking and ratings domain: credit terminology exact, transition matrices from S&amp;P's published study, scenarios from the Fed and EBA.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LIMITATIONS &amp; NEXT STEPS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2745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would build with more time - and what we would measure first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548640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91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9E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HONEST LIMITATIONS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2011680"/>
            <a:ext cx="4892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Shock calibration is illustrative, not supervisory-grade in magnitude fitting.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clustering is rule-based (entity + type + 24h); embedding similarity would deduplicate better.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IC of 0.066 is modest by design: daily-horizon news signals live in the 0.5-2% R2 zone.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rebalancer trailed equal-weight in 2022; it beats its own benchmark, not every factor.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463040"/>
            <a:ext cx="5440680" cy="4846320"/>
          </a:xfrm>
          <a:prstGeom prst="roundRect">
            <a:avLst>
              <a:gd name="adj" fmla="val 1132"/>
            </a:avLst>
          </a:prstGeom>
          <a:solidFill>
            <a:srgbClr val="13203A"/>
          </a:solidFill>
          <a:ln w="12700">
            <a:solidFill>
              <a:srgbClr val="1B2C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29400" y="169164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DD4B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629400" y="2011680"/>
            <a:ext cx="48920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Intraday event windows with per-minute price data for tighter impact measurement.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Fine-tune the event classifier on a labeled corpus (accuracy currently unmeasured - the one honest gap).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Embedding-based deduplication and novelty scoring for event clustering.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Streaming architecture (Kafka + point-in-time store) behind the same repository interfaces.</a:t>
            </a:r>
            <a:endParaRPr lang="en-US" sz="1300" dirty="0"/>
          </a:p>
          <a:p>
            <a:pPr marL="127000" indent="-1270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2E8F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 the universe beyond 14 names and add Indian markets (Crisil coverage).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64008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All code, evidence artifacts and measurement scripts: public repository, MIT licensed.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Financial Risk Intelligence Platform</dc:title>
  <dc:subject>PptxGenJS Presentation</dc:subject>
  <dc:creator>Sachin Goyal</dc:creator>
  <cp:lastModifiedBy>Sachin Goyal</cp:lastModifiedBy>
  <cp:revision>1</cp:revision>
  <dcterms:created xsi:type="dcterms:W3CDTF">2026-10-04T16:11:36Z</dcterms:created>
  <dcterms:modified xsi:type="dcterms:W3CDTF">2026-10-04T16:11:36Z</dcterms:modified>
</cp:coreProperties>
</file>